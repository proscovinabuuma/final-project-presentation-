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Inter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regular.fntdata"/><Relationship Id="rId14" Type="http://schemas.openxmlformats.org/officeDocument/2006/relationships/slide" Target="slides/slide9.xml"/><Relationship Id="rId17" Type="http://schemas.openxmlformats.org/officeDocument/2006/relationships/font" Target="fonts/Inter-italic.fntdata"/><Relationship Id="rId16" Type="http://schemas.openxmlformats.org/officeDocument/2006/relationships/font" Target="fonts/Inter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Int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72f1e304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72f1e30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72f1e304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72f1e304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72f1e304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72f1e304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72f1e304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72f1e304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72f1e3046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72f1e304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72f1e3046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72f1e3046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72f1e3046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72f1e304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72f1e3046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72f1e3046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443350" y="744575"/>
            <a:ext cx="8389200" cy="421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0">
                <a:latin typeface="Inter"/>
                <a:ea typeface="Inter"/>
                <a:cs typeface="Inter"/>
                <a:sym typeface="Inter"/>
              </a:rPr>
              <a:t>Predicting Population Total using Socio-Economic Indicators</a:t>
            </a:r>
            <a:endParaRPr sz="60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4280000"/>
            <a:ext cx="8520600" cy="9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Presenter: Nabuuma Proscovia.</a:t>
            </a:r>
            <a:endParaRPr/>
          </a:p>
        </p:txBody>
      </p:sp>
    </p:spTree>
  </p:cSld>
  <p:clrMapOvr>
    <a:masterClrMapping/>
  </p:clrMapOvr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Project Goal: Develop and evaluate machine learning models to predict 'Population, total' based on various socio-economic indicators.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Data Source: "P_Popular Indicators.zip" WORLD BANK DEVELOPMENT INDICATORS].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Problem Statement: Understanding and predicting population changes is crucial for policy making and resource allocation.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Data Overview &amp; Preprocessing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86404"/>
            <a:ext cx="8520600" cy="693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Initial Data State: Raw data contained multiple series, year-based columns, and metadata.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Key Preprocessing Steps: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Removal of metadata rows.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Handling of non-numeric values ('..') by replacing with NaNs and converting to numeric.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Reshaping data from wide to long format using `pd.melt()`.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Extracting numerical years and dropping raw year columns.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Pivoting data to create indicator columns for each series.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Renaming 'Population, total' to 'population_total'.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Filling missing indicator values with 0 and dropping rows with NaN in 'population_total'.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Final Data Structure: A clean, structured DataFrame with countries, years, population total, and various indicators.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.4. Exploratory Data Analysis (EDA)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536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Univariate Analysis: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Distribution of 'population_total': (e.g., heavily skewed, presence of outliers)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Distribution of 'GDP per capita (current US$)': (e.g., right-skewed, indicating wealth disparity).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Multivariate Analysis: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Scatter plot: 'population_total' vs. 'GDP per capita (current US$)' (e.g., weak positive correlation, clustering of countries).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Correlation Matrix Heatmap: Visualization of relationships between key indicators (e.g., strong positive correlation between 'Energy use' and 'Mobile cellular subscriptions', weak correlation with 'Inflation').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Key Insights: Identification of data patterns, potential outliers, and relationships between variables crucial for model building.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Machine Learning Models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Linear Regression: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A simple, interpretable model used as a baseline.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Assumes a linear relationship between features and the target variable.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Neural Network (MLPRegressor):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A more complex model capable of capturing non-linear relationships.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Configured with hidden layers to learn intricate patterns in the data.</a:t>
            </a:r>
            <a:endParaRPr/>
          </a:p>
        </p:txBody>
      </p:sp>
    </p:spTree>
  </p:cSld>
  <p:clrMapOvr>
    <a:masterClrMapping/>
  </p:clrMapOvr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Model Evaluation &amp; Comparison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1562625" y="1134215"/>
            <a:ext cx="8520600" cy="883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Evaluation Metrics: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Mean Absolute Error (MAE): Average absolute difference between predicted and actual values.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Mean Squared Error (MSE): Average of the squared differences (penalizes larger errors more).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R-squared (R2): Proportion of the variance in the dependent variable predictable from the independent variables.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Linear Regression Results: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MAE: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MSE: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R2: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Neural Network Results: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MAE:Value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MSE: Value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R2: Value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Comparison: Discuss which model performed better based on the metrics, e.g., "Linear Regression showed a better performance with a higher R2 and lower error metrics compared to the Neural Network in this particular setup. The Neural Network's performance was notably poor, suggesting issues with hyperparameter tuning or scaling."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 Key Findings &amp; Insights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86404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Data-driven Insights: Summarize important observations from EDA, such as population distribution, GDP trends, or significant correlations.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Model Performance Insights: Highlight the relative strengths and weaknesses of each model based on their evaluation metrics. Emphasize why one model might have performed better than the other.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 Limitations &amp; Future Work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67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Limitations: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Dataset scope (limited years, specific indicators).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Model complexity/tuning (e.g., hyperparameter optimization for NN).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Potential for multicollinearity among features.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Future Work: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Feature Engineering: Create new features from existing ones (e.g., growth rates, ratios).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Advanced Models: Explore Gradient Boosting, Random Forests, or more sophisticated Neural Network architectures.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Hyperparameter Tuning: Optimize model parameters (e.g., `hidden_layer_sizes`, `activation`, `solver` for MLPRegressor) systematically.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Data Scaling: Implement feature scaling (StandardScaler or MinMaxScaler) for Neural Networks.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Time Series Analysis: Given the yearly data, consider time series specific models.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Conclusion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Conclusion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Project Summary: Recap the journey from data loading and cleaning to model building and evaluation.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Key Takeaway: Reiterate the main conclusions regarding model effectiveness and data insights.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Impact: Briefly discuss the potential applications or value of accurate population prediction.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